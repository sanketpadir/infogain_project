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GenAI Health Data Insight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End</a:t>
            </a:r>
            <a:r>
              <a:rPr lang="en-US"/>
              <a:t> </a:t>
            </a:r>
            <a:r>
              <a:t>to</a:t>
            </a:r>
            <a:r>
              <a:rPr lang="en-US"/>
              <a:t> </a:t>
            </a:r>
            <a:r>
              <a:t>End SQL</a:t>
            </a:r>
            <a:r>
              <a:rPr lang="en-US"/>
              <a:t> </a:t>
            </a:r>
            <a:r>
              <a:t>Driven GenAI Analytics Pipeline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&amp;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Difficulty interpreting complex structured health datasets</a:t>
            </a:r>
          </a:p>
          <a:p>
            <a:r>
              <a:t>- Need for automatic insight generation using GenAI</a:t>
            </a:r>
          </a:p>
          <a:p>
            <a:r>
              <a:t>- Avoid feeding raw tables directly to LLMs</a:t>
            </a:r>
          </a:p>
          <a:p>
            <a:r>
              <a:t>- Build system that writes SQL → fetches data → generates insights</a:t>
            </a:r>
          </a:p>
          <a:p>
            <a:r>
              <a:t>- Temporary on‑the‑fly data joining</a:t>
            </a:r>
          </a:p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Dataset 1 (2,000 rows):</a:t>
            </a:r>
          </a:p>
          <a:p>
            <a:r>
              <a:t>- Demographics, hemoglobin, BMI, genetic coefficient</a:t>
            </a:r>
          </a:p>
          <a:p>
            <a:r>
              <a:t>- Lifestyle (smoking, alcohol, salt)</a:t>
            </a:r>
          </a:p>
          <a:p>
            <a:r>
              <a:t>- Stress, disorders, pregnancy, sex</a:t>
            </a:r>
          </a:p>
          <a:p/>
          <a:p>
            <a:r>
              <a:t>Dataset 2 (20,000 rows):</a:t>
            </a:r>
          </a:p>
          <a:p>
            <a:r>
              <a:t>- Patient Number</a:t>
            </a:r>
          </a:p>
          <a:p>
            <a:r>
              <a:t>- Physical Activity (steps/day across 10 days)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CSV Upload → Loaded into SQLite (in‑memory)</a:t>
            </a:r>
          </a:p>
          <a:p>
            <a:r>
              <a:t>2. Schema extracted dynamically</a:t>
            </a:r>
          </a:p>
          <a:p>
            <a:r>
              <a:t>3. User question → LLM generates SQL</a:t>
            </a:r>
          </a:p>
          <a:p>
            <a:r>
              <a:t>4. SQL sanitized + column‑qualified</a:t>
            </a:r>
          </a:p>
          <a:p>
            <a:r>
              <a:t>5. Query executed → DataFrame</a:t>
            </a:r>
          </a:p>
          <a:p>
            <a:r>
              <a:t>6. Summary created (sampled)</a:t>
            </a:r>
          </a:p>
          <a:p>
            <a:r>
              <a:t>7. LLM generates final answer</a:t>
            </a:r>
          </a:p>
          <a:p>
            <a:r>
              <a:t>8. Automated evaluation (faithfulness, relevance, context use)</a:t>
            </a:r>
          </a:p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Backend Logic (Key Components)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Dynamic schema extraction</a:t>
            </a:r>
          </a:p>
          <a:p>
            <a:r>
              <a:t>- Safe SQL sanitization</a:t>
            </a:r>
          </a:p>
          <a:p>
            <a:r>
              <a:t>- Auto column</a:t>
            </a:r>
            <a:r>
              <a:rPr lang="en-US"/>
              <a:t> </a:t>
            </a:r>
            <a:r>
              <a:t>qualification</a:t>
            </a:r>
          </a:p>
          <a:p>
            <a:r>
              <a:t>- Two</a:t>
            </a:r>
            <a:r>
              <a:rPr lang="en-US"/>
              <a:t> </a:t>
            </a:r>
            <a:r>
              <a:t>stage prompting: SQL → Answer</a:t>
            </a:r>
          </a:p>
          <a:p>
            <a:r>
              <a:t>- Flexible multi‑table joining</a:t>
            </a:r>
          </a:p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Faithfulness: Is answer supported by summary?</a:t>
            </a:r>
          </a:p>
          <a:p>
            <a:r>
              <a:t>- Relevance Accuracy: Answer matches question intent?</a:t>
            </a:r>
          </a:p>
          <a:p>
            <a:r>
              <a:t>- Context Accuracy: Uses available data correctly?</a:t>
            </a:r>
          </a:p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User Interface (Streamlit)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Upload datasets</a:t>
            </a:r>
          </a:p>
          <a:p>
            <a:r>
              <a:t>- Ask any natural</a:t>
            </a:r>
            <a:r>
              <a:rPr lang="en-US"/>
              <a:t> </a:t>
            </a:r>
            <a:r>
              <a:t>language question</a:t>
            </a:r>
          </a:p>
          <a:p>
            <a:r>
              <a:t>- View generated SQL</a:t>
            </a:r>
          </a:p>
          <a:p>
            <a:r>
              <a:t>- Preview rows, summary, final answer</a:t>
            </a:r>
          </a:p>
          <a:p>
            <a:r>
              <a:t>- Evaluation scores displayed</a:t>
            </a:r>
          </a:p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Fully working GenAI SQL generation system</a:t>
            </a:r>
          </a:p>
          <a:p>
            <a:r>
              <a:t>- Real</a:t>
            </a:r>
            <a:r>
              <a:rPr lang="en-US"/>
              <a:t> </a:t>
            </a:r>
            <a:r>
              <a:t>time insight generation</a:t>
            </a:r>
          </a:p>
          <a:p>
            <a:r>
              <a:t>- Supports complex multi‑table questions</a:t>
            </a:r>
          </a:p>
          <a:p>
            <a:r>
              <a:t>- Evaluated, stable, and secure pipeline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1588</Words>
  <Application>WPS Presentation</Application>
  <PresentationFormat>On-screen Show (4:3)</PresentationFormat>
  <Paragraphs>70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6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Office Theme</vt:lpstr>
      <vt:lpstr>GenAI Health Data Insight System</vt:lpstr>
      <vt:lpstr>Problem &amp; Objectives</vt:lpstr>
      <vt:lpstr>Datasets Overview</vt:lpstr>
      <vt:lpstr>System Architecture</vt:lpstr>
      <vt:lpstr>Backend Logic (Key Components)</vt:lpstr>
      <vt:lpstr>Evaluation Metrics</vt:lpstr>
      <vt:lpstr>User Interface (Streamlit)</vt:lpstr>
      <vt:lpstr>Final Outcomes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Sanket</cp:lastModifiedBy>
  <cp:revision>2</cp:revision>
  <dcterms:created xsi:type="dcterms:W3CDTF">2013-01-27T09:14:00Z</dcterms:created>
  <dcterms:modified xsi:type="dcterms:W3CDTF">2025-12-12T15:23:20Z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108246318F5F4E5CB7297DB6759CF0D9_12</vt:lpwstr>
  </property>
  <property fmtid="{D5CDD505-2E9C-101B-9397-08002B2CF9AE}" pid="3" name="KSOProductBuildVer">
    <vt:lpwstr>1033-12.2.0.23155</vt:lpwstr>
  </property>
</Properties>
</file>